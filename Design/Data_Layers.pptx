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BA0"/>
    <a:srgbClr val="E0D6A0"/>
    <a:srgbClr val="E8D6A0"/>
    <a:srgbClr val="E8D1A0"/>
    <a:srgbClr val="EFD182"/>
    <a:srgbClr val="DBB385"/>
    <a:srgbClr val="A1B6C2"/>
    <a:srgbClr val="B5B6C2"/>
    <a:srgbClr val="DBAA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4C26C4-6A2B-4359-B180-162AD6B10D00}" v="9" dt="2026-03-19T08:27:55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314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Robins" userId="4150c76180ca2643" providerId="LiveId" clId="{4AEC34A0-B88D-4B80-8525-DC585E77A2A2}"/>
    <pc:docChg chg="undo custSel modSld">
      <pc:chgData name="Neil Robins" userId="4150c76180ca2643" providerId="LiveId" clId="{4AEC34A0-B88D-4B80-8525-DC585E77A2A2}" dt="2026-03-19T08:31:23.311" v="791" actId="20577"/>
      <pc:docMkLst>
        <pc:docMk/>
      </pc:docMkLst>
      <pc:sldChg chg="addSp modSp mod setBg">
        <pc:chgData name="Neil Robins" userId="4150c76180ca2643" providerId="LiveId" clId="{4AEC34A0-B88D-4B80-8525-DC585E77A2A2}" dt="2026-03-19T08:31:23.311" v="791" actId="20577"/>
        <pc:sldMkLst>
          <pc:docMk/>
          <pc:sldMk cId="1216435565" sldId="257"/>
        </pc:sldMkLst>
        <pc:spChg chg="mod">
          <ac:chgData name="Neil Robins" userId="4150c76180ca2643" providerId="LiveId" clId="{4AEC34A0-B88D-4B80-8525-DC585E77A2A2}" dt="2026-03-19T08:19:12.255" v="525" actId="14100"/>
          <ac:spMkLst>
            <pc:docMk/>
            <pc:sldMk cId="1216435565" sldId="257"/>
            <ac:spMk id="4" creationId="{F05D5831-FACD-72E2-EC4A-5B95AA2C22D8}"/>
          </ac:spMkLst>
        </pc:spChg>
        <pc:spChg chg="mod">
          <ac:chgData name="Neil Robins" userId="4150c76180ca2643" providerId="LiveId" clId="{4AEC34A0-B88D-4B80-8525-DC585E77A2A2}" dt="2026-03-19T08:19:12.255" v="525" actId="14100"/>
          <ac:spMkLst>
            <pc:docMk/>
            <pc:sldMk cId="1216435565" sldId="257"/>
            <ac:spMk id="5" creationId="{782152F0-85BC-B124-2126-A4339BB78C24}"/>
          </ac:spMkLst>
        </pc:spChg>
        <pc:spChg chg="mod">
          <ac:chgData name="Neil Robins" userId="4150c76180ca2643" providerId="LiveId" clId="{4AEC34A0-B88D-4B80-8525-DC585E77A2A2}" dt="2026-03-19T08:19:12.255" v="525" actId="14100"/>
          <ac:spMkLst>
            <pc:docMk/>
            <pc:sldMk cId="1216435565" sldId="257"/>
            <ac:spMk id="6" creationId="{31053D56-5305-F86C-915E-BBAD1E9302D9}"/>
          </ac:spMkLst>
        </pc:spChg>
        <pc:spChg chg="mod">
          <ac:chgData name="Neil Robins" userId="4150c76180ca2643" providerId="LiveId" clId="{4AEC34A0-B88D-4B80-8525-DC585E77A2A2}" dt="2026-03-19T08:19:12.255" v="525" actId="14100"/>
          <ac:spMkLst>
            <pc:docMk/>
            <pc:sldMk cId="1216435565" sldId="257"/>
            <ac:spMk id="7" creationId="{D86F4774-2E47-EDCB-F0C7-9941F3D9C6BE}"/>
          </ac:spMkLst>
        </pc:spChg>
        <pc:spChg chg="mod">
          <ac:chgData name="Neil Robins" userId="4150c76180ca2643" providerId="LiveId" clId="{4AEC34A0-B88D-4B80-8525-DC585E77A2A2}" dt="2026-03-19T08:19:12.255" v="525" actId="14100"/>
          <ac:spMkLst>
            <pc:docMk/>
            <pc:sldMk cId="1216435565" sldId="257"/>
            <ac:spMk id="8" creationId="{3F797988-794C-506D-6124-C46E7F8D7DA9}"/>
          </ac:spMkLst>
        </pc:spChg>
        <pc:spChg chg="mod">
          <ac:chgData name="Neil Robins" userId="4150c76180ca2643" providerId="LiveId" clId="{4AEC34A0-B88D-4B80-8525-DC585E77A2A2}" dt="2026-03-19T08:19:12.255" v="525" actId="14100"/>
          <ac:spMkLst>
            <pc:docMk/>
            <pc:sldMk cId="1216435565" sldId="257"/>
            <ac:spMk id="9" creationId="{840C8268-E068-BF7E-2C09-796A217B5331}"/>
          </ac:spMkLst>
        </pc:spChg>
        <pc:spChg chg="mod">
          <ac:chgData name="Neil Robins" userId="4150c76180ca2643" providerId="LiveId" clId="{4AEC34A0-B88D-4B80-8525-DC585E77A2A2}" dt="2026-03-19T08:19:12.255" v="525" actId="14100"/>
          <ac:spMkLst>
            <pc:docMk/>
            <pc:sldMk cId="1216435565" sldId="257"/>
            <ac:spMk id="10" creationId="{FC804389-68C5-6558-96D1-FA944937CBA2}"/>
          </ac:spMkLst>
        </pc:spChg>
        <pc:spChg chg="mod">
          <ac:chgData name="Neil Robins" userId="4150c76180ca2643" providerId="LiveId" clId="{4AEC34A0-B88D-4B80-8525-DC585E77A2A2}" dt="2026-03-19T08:24:03.031" v="600" actId="113"/>
          <ac:spMkLst>
            <pc:docMk/>
            <pc:sldMk cId="1216435565" sldId="257"/>
            <ac:spMk id="11" creationId="{9F442F7F-E2A6-25FE-6B35-9531286EF50C}"/>
          </ac:spMkLst>
        </pc:spChg>
        <pc:spChg chg="mod">
          <ac:chgData name="Neil Robins" userId="4150c76180ca2643" providerId="LiveId" clId="{4AEC34A0-B88D-4B80-8525-DC585E77A2A2}" dt="2026-03-19T08:14:29.627" v="409" actId="255"/>
          <ac:spMkLst>
            <pc:docMk/>
            <pc:sldMk cId="1216435565" sldId="257"/>
            <ac:spMk id="13" creationId="{34B5DC90-7AB2-A259-7AD9-43A1A74C06AB}"/>
          </ac:spMkLst>
        </pc:spChg>
        <pc:spChg chg="mod">
          <ac:chgData name="Neil Robins" userId="4150c76180ca2643" providerId="LiveId" clId="{4AEC34A0-B88D-4B80-8525-DC585E77A2A2}" dt="2026-03-19T08:28:07.087" v="665" actId="404"/>
          <ac:spMkLst>
            <pc:docMk/>
            <pc:sldMk cId="1216435565" sldId="257"/>
            <ac:spMk id="14" creationId="{08B1F73E-E1B6-C680-07D0-FFE4504B70EF}"/>
          </ac:spMkLst>
        </pc:spChg>
        <pc:spChg chg="mod">
          <ac:chgData name="Neil Robins" userId="4150c76180ca2643" providerId="LiveId" clId="{4AEC34A0-B88D-4B80-8525-DC585E77A2A2}" dt="2026-03-19T08:17:58.444" v="517" actId="1037"/>
          <ac:spMkLst>
            <pc:docMk/>
            <pc:sldMk cId="1216435565" sldId="257"/>
            <ac:spMk id="15" creationId="{65350EC1-2AD5-0839-A1A0-A5480FF70479}"/>
          </ac:spMkLst>
        </pc:spChg>
        <pc:spChg chg="mod">
          <ac:chgData name="Neil Robins" userId="4150c76180ca2643" providerId="LiveId" clId="{4AEC34A0-B88D-4B80-8525-DC585E77A2A2}" dt="2026-03-19T08:28:31.102" v="668" actId="1035"/>
          <ac:spMkLst>
            <pc:docMk/>
            <pc:sldMk cId="1216435565" sldId="257"/>
            <ac:spMk id="16" creationId="{8A26E1D7-3419-FAA5-5D9D-E40BC4840DA9}"/>
          </ac:spMkLst>
        </pc:spChg>
        <pc:spChg chg="mod">
          <ac:chgData name="Neil Robins" userId="4150c76180ca2643" providerId="LiveId" clId="{4AEC34A0-B88D-4B80-8525-DC585E77A2A2}" dt="2026-03-19T08:29:21.825" v="675" actId="1037"/>
          <ac:spMkLst>
            <pc:docMk/>
            <pc:sldMk cId="1216435565" sldId="257"/>
            <ac:spMk id="17" creationId="{9FB2E539-EC9D-B7D2-6644-3C8E4508DBF9}"/>
          </ac:spMkLst>
        </pc:spChg>
        <pc:spChg chg="mod">
          <ac:chgData name="Neil Robins" userId="4150c76180ca2643" providerId="LiveId" clId="{4AEC34A0-B88D-4B80-8525-DC585E77A2A2}" dt="2026-03-19T08:29:21.825" v="675" actId="1037"/>
          <ac:spMkLst>
            <pc:docMk/>
            <pc:sldMk cId="1216435565" sldId="257"/>
            <ac:spMk id="18" creationId="{840CC4B5-A641-5E36-7D07-4EC5A0077516}"/>
          </ac:spMkLst>
        </pc:spChg>
        <pc:spChg chg="add mod">
          <ac:chgData name="Neil Robins" userId="4150c76180ca2643" providerId="LiveId" clId="{4AEC34A0-B88D-4B80-8525-DC585E77A2A2}" dt="2026-03-19T08:18:10.455" v="520" actId="1037"/>
          <ac:spMkLst>
            <pc:docMk/>
            <pc:sldMk cId="1216435565" sldId="257"/>
            <ac:spMk id="19" creationId="{083C9F51-AE90-9C60-C1F3-F95459E7471D}"/>
          </ac:spMkLst>
        </pc:spChg>
        <pc:spChg chg="add mod">
          <ac:chgData name="Neil Robins" userId="4150c76180ca2643" providerId="LiveId" clId="{4AEC34A0-B88D-4B80-8525-DC585E77A2A2}" dt="2026-03-19T08:28:07.087" v="665" actId="404"/>
          <ac:spMkLst>
            <pc:docMk/>
            <pc:sldMk cId="1216435565" sldId="257"/>
            <ac:spMk id="20" creationId="{8AFD64B1-5F16-1FEE-1CA5-E4695602534C}"/>
          </ac:spMkLst>
        </pc:spChg>
        <pc:spChg chg="add mod">
          <ac:chgData name="Neil Robins" userId="4150c76180ca2643" providerId="LiveId" clId="{4AEC34A0-B88D-4B80-8525-DC585E77A2A2}" dt="2026-03-19T08:18:10.455" v="520" actId="1037"/>
          <ac:spMkLst>
            <pc:docMk/>
            <pc:sldMk cId="1216435565" sldId="257"/>
            <ac:spMk id="21" creationId="{43084D07-407C-CD95-0046-ADED579AB281}"/>
          </ac:spMkLst>
        </pc:spChg>
        <pc:spChg chg="add mod">
          <ac:chgData name="Neil Robins" userId="4150c76180ca2643" providerId="LiveId" clId="{4AEC34A0-B88D-4B80-8525-DC585E77A2A2}" dt="2026-03-19T08:28:07.087" v="665" actId="404"/>
          <ac:spMkLst>
            <pc:docMk/>
            <pc:sldMk cId="1216435565" sldId="257"/>
            <ac:spMk id="22" creationId="{433DF5D2-2F68-4F79-B501-5FA04C455FFB}"/>
          </ac:spMkLst>
        </pc:spChg>
        <pc:spChg chg="add mod">
          <ac:chgData name="Neil Robins" userId="4150c76180ca2643" providerId="LiveId" clId="{4AEC34A0-B88D-4B80-8525-DC585E77A2A2}" dt="2026-03-19T08:28:31.102" v="668" actId="1035"/>
          <ac:spMkLst>
            <pc:docMk/>
            <pc:sldMk cId="1216435565" sldId="257"/>
            <ac:spMk id="23" creationId="{9036ED86-6A91-1127-8BA4-C0E98D44B685}"/>
          </ac:spMkLst>
        </pc:spChg>
        <pc:spChg chg="add mod">
          <ac:chgData name="Neil Robins" userId="4150c76180ca2643" providerId="LiveId" clId="{4AEC34A0-B88D-4B80-8525-DC585E77A2A2}" dt="2026-03-19T08:29:21.825" v="675" actId="1037"/>
          <ac:spMkLst>
            <pc:docMk/>
            <pc:sldMk cId="1216435565" sldId="257"/>
            <ac:spMk id="24" creationId="{A654591C-243F-D1FC-8057-FDC6D90A33F7}"/>
          </ac:spMkLst>
        </pc:spChg>
        <pc:spChg chg="add mod">
          <ac:chgData name="Neil Robins" userId="4150c76180ca2643" providerId="LiveId" clId="{4AEC34A0-B88D-4B80-8525-DC585E77A2A2}" dt="2026-03-19T08:29:21.825" v="675" actId="1037"/>
          <ac:spMkLst>
            <pc:docMk/>
            <pc:sldMk cId="1216435565" sldId="257"/>
            <ac:spMk id="25" creationId="{28CF1F86-B682-5602-F61F-1624C3F86F07}"/>
          </ac:spMkLst>
        </pc:spChg>
        <pc:spChg chg="add mod">
          <ac:chgData name="Neil Robins" userId="4150c76180ca2643" providerId="LiveId" clId="{4AEC34A0-B88D-4B80-8525-DC585E77A2A2}" dt="2026-03-19T08:30:51.500" v="749" actId="20577"/>
          <ac:spMkLst>
            <pc:docMk/>
            <pc:sldMk cId="1216435565" sldId="257"/>
            <ac:spMk id="26" creationId="{08F69260-D1AF-364B-962F-CC7A8BC9EAD1}"/>
          </ac:spMkLst>
        </pc:spChg>
        <pc:spChg chg="add mod">
          <ac:chgData name="Neil Robins" userId="4150c76180ca2643" providerId="LiveId" clId="{4AEC34A0-B88D-4B80-8525-DC585E77A2A2}" dt="2026-03-19T08:31:23.311" v="791" actId="20577"/>
          <ac:spMkLst>
            <pc:docMk/>
            <pc:sldMk cId="1216435565" sldId="257"/>
            <ac:spMk id="27" creationId="{DA32D0F3-6263-B79A-8192-7AE9D184DE12}"/>
          </ac:spMkLst>
        </pc:spChg>
        <pc:spChg chg="add mod">
          <ac:chgData name="Neil Robins" userId="4150c76180ca2643" providerId="LiveId" clId="{4AEC34A0-B88D-4B80-8525-DC585E77A2A2}" dt="2026-03-19T08:30:35.151" v="730" actId="20577"/>
          <ac:spMkLst>
            <pc:docMk/>
            <pc:sldMk cId="1216435565" sldId="257"/>
            <ac:spMk id="28" creationId="{112602EA-0636-2F11-FBB5-939D6BD8B725}"/>
          </ac:spMkLst>
        </pc:spChg>
        <pc:spChg chg="add mod">
          <ac:chgData name="Neil Robins" userId="4150c76180ca2643" providerId="LiveId" clId="{4AEC34A0-B88D-4B80-8525-DC585E77A2A2}" dt="2026-03-19T08:30:28.715" v="725" actId="20577"/>
          <ac:spMkLst>
            <pc:docMk/>
            <pc:sldMk cId="1216435565" sldId="257"/>
            <ac:spMk id="29" creationId="{ADEF7AC9-2B2C-3990-D14C-EF46962BC4F9}"/>
          </ac:spMkLst>
        </pc:spChg>
        <pc:spChg chg="add mod">
          <ac:chgData name="Neil Robins" userId="4150c76180ca2643" providerId="LiveId" clId="{4AEC34A0-B88D-4B80-8525-DC585E77A2A2}" dt="2026-03-19T08:30:17.329" v="721" actId="6549"/>
          <ac:spMkLst>
            <pc:docMk/>
            <pc:sldMk cId="1216435565" sldId="257"/>
            <ac:spMk id="30" creationId="{841F4D30-AD38-1DFA-22D5-70342FC990E7}"/>
          </ac:spMkLst>
        </pc:spChg>
        <pc:spChg chg="add mod">
          <ac:chgData name="Neil Robins" userId="4150c76180ca2643" providerId="LiveId" clId="{4AEC34A0-B88D-4B80-8525-DC585E77A2A2}" dt="2026-03-19T08:29:21.825" v="675" actId="1037"/>
          <ac:spMkLst>
            <pc:docMk/>
            <pc:sldMk cId="1216435565" sldId="257"/>
            <ac:spMk id="31" creationId="{ADD57192-73F1-0D7F-03AB-63EB063895B8}"/>
          </ac:spMkLst>
        </pc:spChg>
        <pc:spChg chg="add mod">
          <ac:chgData name="Neil Robins" userId="4150c76180ca2643" providerId="LiveId" clId="{4AEC34A0-B88D-4B80-8525-DC585E77A2A2}" dt="2026-03-19T08:29:21.825" v="675" actId="1037"/>
          <ac:spMkLst>
            <pc:docMk/>
            <pc:sldMk cId="1216435565" sldId="257"/>
            <ac:spMk id="32" creationId="{F0E02010-8BD1-4A5D-E73F-582B04787DD9}"/>
          </ac:spMkLst>
        </pc:spChg>
        <pc:spChg chg="add mod">
          <ac:chgData name="Neil Robins" userId="4150c76180ca2643" providerId="LiveId" clId="{4AEC34A0-B88D-4B80-8525-DC585E77A2A2}" dt="2026-03-19T08:24:20.235" v="602" actId="571"/>
          <ac:spMkLst>
            <pc:docMk/>
            <pc:sldMk cId="1216435565" sldId="257"/>
            <ac:spMk id="33" creationId="{3FC612A4-2B4B-E196-54EB-13FDB773D2A8}"/>
          </ac:spMkLst>
        </pc:spChg>
        <pc:spChg chg="add mod">
          <ac:chgData name="Neil Robins" userId="4150c76180ca2643" providerId="LiveId" clId="{4AEC34A0-B88D-4B80-8525-DC585E77A2A2}" dt="2026-03-19T08:24:20.235" v="602" actId="571"/>
          <ac:spMkLst>
            <pc:docMk/>
            <pc:sldMk cId="1216435565" sldId="257"/>
            <ac:spMk id="34" creationId="{4EF45D3A-648F-FA34-A357-09FA09BBAE6F}"/>
          </ac:spMkLst>
        </pc:spChg>
        <pc:spChg chg="add mod">
          <ac:chgData name="Neil Robins" userId="4150c76180ca2643" providerId="LiveId" clId="{4AEC34A0-B88D-4B80-8525-DC585E77A2A2}" dt="2026-03-19T08:24:20.235" v="602" actId="571"/>
          <ac:spMkLst>
            <pc:docMk/>
            <pc:sldMk cId="1216435565" sldId="257"/>
            <ac:spMk id="35" creationId="{70D57CD7-14E9-AE8E-6C40-49E8FE222256}"/>
          </ac:spMkLst>
        </pc:spChg>
        <pc:spChg chg="add mod">
          <ac:chgData name="Neil Robins" userId="4150c76180ca2643" providerId="LiveId" clId="{4AEC34A0-B88D-4B80-8525-DC585E77A2A2}" dt="2026-03-19T08:24:20.235" v="602" actId="571"/>
          <ac:spMkLst>
            <pc:docMk/>
            <pc:sldMk cId="1216435565" sldId="257"/>
            <ac:spMk id="36" creationId="{5536C77E-CEBF-ABF3-3738-B83292921A81}"/>
          </ac:spMkLst>
        </pc:spChg>
        <pc:spChg chg="add mod">
          <ac:chgData name="Neil Robins" userId="4150c76180ca2643" providerId="LiveId" clId="{4AEC34A0-B88D-4B80-8525-DC585E77A2A2}" dt="2026-03-19T08:24:20.235" v="602" actId="571"/>
          <ac:spMkLst>
            <pc:docMk/>
            <pc:sldMk cId="1216435565" sldId="257"/>
            <ac:spMk id="37" creationId="{97175A15-C0ED-D928-0020-81BC13D00C5C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38" creationId="{7FC4991E-8E77-10FE-9DF8-8EC6ABD8A93F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41" creationId="{B26BAE0F-A20A-B6EB-A539-D9ACC35C1F68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44" creationId="{76372369-3270-24BB-C45A-B8B70CDAE56C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45" creationId="{979DDC14-9098-6643-D9C4-3A7AFA25A1E1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46" creationId="{A761040B-C4F6-7AEF-EFBA-E4438A4B9C3F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47" creationId="{4040A734-C9F4-13DE-E7C2-05352C0B9C5E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49" creationId="{D7535E75-B998-AD1D-6303-50D8A6E54276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50" creationId="{D419F173-EA80-1B8C-C1D5-0578CE680456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51" creationId="{3B13676A-FC07-E498-7845-0ED48AE4D879}"/>
          </ac:spMkLst>
        </pc:spChg>
        <pc:spChg chg="add mod">
          <ac:chgData name="Neil Robins" userId="4150c76180ca2643" providerId="LiveId" clId="{4AEC34A0-B88D-4B80-8525-DC585E77A2A2}" dt="2026-03-19T08:27:55.755" v="664" actId="571"/>
          <ac:spMkLst>
            <pc:docMk/>
            <pc:sldMk cId="1216435565" sldId="257"/>
            <ac:spMk id="52" creationId="{BA06BC5F-1A59-DD28-8C8A-513C6066872D}"/>
          </ac:spMkLst>
        </pc:spChg>
        <pc:picChg chg="mod">
          <ac:chgData name="Neil Robins" userId="4150c76180ca2643" providerId="LiveId" clId="{4AEC34A0-B88D-4B80-8525-DC585E77A2A2}" dt="2026-03-19T08:16:29.793" v="495" actId="14100"/>
          <ac:picMkLst>
            <pc:docMk/>
            <pc:sldMk cId="1216435565" sldId="257"/>
            <ac:picMk id="3" creationId="{07E649C9-B9C4-634B-B01E-819FA93666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54D0-8D57-49D9-C156-FB6BB4983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9108F-8A9D-FC5E-69C1-4E31DBAE0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FD3A-2602-0F1A-E07B-505B59F1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D563E-6518-27F3-81B3-1DCB2E483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8FF0E-05B6-B4A9-8AC6-805F834F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3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F05F-0BD6-D544-F832-E8774E4A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EC5C-DBB1-9370-828D-FF920CB78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2C6F9-E594-15AF-1E57-3437D94B0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A8924-4E87-7B7C-C71E-6E4BAE516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84EBC-D031-BBC3-11A2-A794DC3F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51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C571-B111-F315-34E8-18D9EDDF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B7969-8062-F6E8-F058-0AD0D0662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EBFD4-30CB-56B0-C9C6-958F3C9B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A9D70-B6AA-9AC9-637B-99B4CB27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0EF39-A24B-3ACB-A64E-F4D23793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97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CD6B-4C66-9DEC-857E-C79C5AB3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6D633-5B6D-38D7-3662-359605EF6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9A9B9-4930-692E-B7A4-F30652F99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05BD9-A0FD-5974-7399-347B8F82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F975C-1223-BAE4-4186-0A7A44BB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71E39-E2F9-C524-DA72-CD841ECB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88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37780-A0AB-BF7D-93D6-4F01DD89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C4DCC-B133-8B19-44C8-483564189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01C53-9A92-92EC-652A-42010485A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82A2B-33B9-C325-795A-78B58E952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899F5-DD4D-F8EC-C36E-8FA3A80D6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8E5BE-A216-93AD-7D5F-73FA0B61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4B311-BC89-3069-D116-8BBA455E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056B2-832B-4AD3-D16D-B204AA39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26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FE24-479A-B991-CE6A-663C0CD2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5B2C8-B483-05F2-08C2-1B4F4B41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25003-0188-4E85-6B5A-6C6C2F50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86321-4DC6-54C2-4CB9-8A40E6FF8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94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24736-5A35-CEBB-6DC0-D7FAB8DB9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FDBBB-2F9D-4D1B-3A81-15C3DF205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7998F-99AD-2D17-2A0D-E33C20D3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29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DF07-DEA1-D66F-C529-76F5648F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3D5F-1AA2-F686-06A6-B19C258AD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D5AC1-2E06-22AE-DB9E-5DB0F18F5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99E98-B186-E017-2179-C4C19BE0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1D1EC-6B64-14C0-057B-1C6E14AC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63857-8031-4681-3C5C-92CCF145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7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9B7C-C4EA-3F4E-543F-662D140C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46CC8-3FB2-9599-D5A5-36D3E6A30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7AA6D-EA1E-08E7-6A2F-9FB541D26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784B1-9891-2725-DDE2-CCF485C3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75387-2A13-CA9D-7E18-985B7FB5B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ADC98-0581-7B6D-2264-ABDC5C9D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69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E25C-0CC3-AE7A-277A-8D45A397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D6E77-1735-CF5E-8169-5866790FF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EC4B-8CBE-0362-18D5-AA51FFEA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EE5E2-B000-DB8E-DE28-D1B9BF3D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62394-8326-2CBD-7F33-30054EE4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11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AB1F2E-6082-59C1-39BF-C8D9F3AC9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8B1AD-D7FF-4EBB-2CBD-D438F096B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E9661-DC63-0A85-CF50-FD6E348C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3C279-B9AA-0593-7387-D4A0E7BA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13ADA-ED4E-124C-8730-27106C89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68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C569A-9F37-EAAC-967F-4C6DE529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112A2-3A90-8024-71FE-8A97549AF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A19A5-F472-CF39-5CFF-47D2C0487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C69E3-49DD-48EB-BFCD-3727ABDA1A00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70AA9-1B85-F857-8CCB-C3A48E6F5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64C7-85CA-6043-314B-398B0CFAF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A0538-71A0-4857-93EB-8A742DE3AA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FD69-6712-B438-6598-451E9C4EC5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161CE-CC03-1C8B-CA74-2665D241A7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14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649C9-B9C4-634B-B01E-819FA9366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56" y="501428"/>
            <a:ext cx="10067544" cy="7001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5D5831-FACD-72E2-EC4A-5B95AA2C22D8}"/>
              </a:ext>
            </a:extLst>
          </p:cNvPr>
          <p:cNvSpPr/>
          <p:nvPr/>
        </p:nvSpPr>
        <p:spPr>
          <a:xfrm>
            <a:off x="276636" y="1282853"/>
            <a:ext cx="1440000" cy="5887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Definition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152F0-85BC-B124-2126-A4339BB78C24}"/>
              </a:ext>
            </a:extLst>
          </p:cNvPr>
          <p:cNvSpPr/>
          <p:nvPr/>
        </p:nvSpPr>
        <p:spPr>
          <a:xfrm>
            <a:off x="276635" y="1964310"/>
            <a:ext cx="1440000" cy="5887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Objective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53D56-5305-F86C-915E-BBAD1E9302D9}"/>
              </a:ext>
            </a:extLst>
          </p:cNvPr>
          <p:cNvSpPr/>
          <p:nvPr/>
        </p:nvSpPr>
        <p:spPr>
          <a:xfrm>
            <a:off x="276635" y="2669692"/>
            <a:ext cx="1440000" cy="5887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Object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F4774-2E47-EDCB-F0C7-9941F3D9C6BE}"/>
              </a:ext>
            </a:extLst>
          </p:cNvPr>
          <p:cNvSpPr/>
          <p:nvPr/>
        </p:nvSpPr>
        <p:spPr>
          <a:xfrm>
            <a:off x="264443" y="3360294"/>
            <a:ext cx="1440000" cy="5887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Load 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97988-794C-506D-6124-C46E7F8D7DA9}"/>
              </a:ext>
            </a:extLst>
          </p:cNvPr>
          <p:cNvSpPr/>
          <p:nvPr/>
        </p:nvSpPr>
        <p:spPr>
          <a:xfrm>
            <a:off x="264442" y="4039792"/>
            <a:ext cx="1440000" cy="12823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Data Transformation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0C8268-E068-BF7E-2C09-796A217B5331}"/>
              </a:ext>
            </a:extLst>
          </p:cNvPr>
          <p:cNvSpPr/>
          <p:nvPr/>
        </p:nvSpPr>
        <p:spPr>
          <a:xfrm>
            <a:off x="252250" y="5412916"/>
            <a:ext cx="1440000" cy="5887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Data Modelling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804389-68C5-6558-96D1-FA944937CBA2}"/>
              </a:ext>
            </a:extLst>
          </p:cNvPr>
          <p:cNvSpPr/>
          <p:nvPr/>
        </p:nvSpPr>
        <p:spPr>
          <a:xfrm>
            <a:off x="252250" y="6092414"/>
            <a:ext cx="1440000" cy="5887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Target Audience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442F7F-E2A6-25FE-6B35-9531286EF50C}"/>
              </a:ext>
            </a:extLst>
          </p:cNvPr>
          <p:cNvSpPr/>
          <p:nvPr/>
        </p:nvSpPr>
        <p:spPr>
          <a:xfrm>
            <a:off x="1932395" y="1282853"/>
            <a:ext cx="3115093" cy="588723"/>
          </a:xfrm>
          <a:prstGeom prst="rect">
            <a:avLst/>
          </a:prstGeom>
          <a:solidFill>
            <a:srgbClr val="DBB385">
              <a:alpha val="66667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Raw, unprocessed data from sources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5DC90-7AB2-A259-7AD9-43A1A74C06AB}"/>
              </a:ext>
            </a:extLst>
          </p:cNvPr>
          <p:cNvSpPr/>
          <p:nvPr/>
        </p:nvSpPr>
        <p:spPr>
          <a:xfrm>
            <a:off x="1929347" y="1965605"/>
            <a:ext cx="3115093" cy="588723"/>
          </a:xfrm>
          <a:prstGeom prst="rect">
            <a:avLst/>
          </a:prstGeom>
          <a:solidFill>
            <a:srgbClr val="DBB385">
              <a:alpha val="66667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Traceability &amp; Debugging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B1F73E-E1B6-C680-07D0-FFE4504B70EF}"/>
              </a:ext>
            </a:extLst>
          </p:cNvPr>
          <p:cNvSpPr/>
          <p:nvPr/>
        </p:nvSpPr>
        <p:spPr>
          <a:xfrm>
            <a:off x="1944587" y="2666645"/>
            <a:ext cx="3115093" cy="588723"/>
          </a:xfrm>
          <a:prstGeom prst="rect">
            <a:avLst/>
          </a:prstGeom>
          <a:solidFill>
            <a:srgbClr val="DBB385">
              <a:alpha val="66667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Tables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350EC1-2AD5-0839-A1A0-A5480FF70479}"/>
              </a:ext>
            </a:extLst>
          </p:cNvPr>
          <p:cNvSpPr/>
          <p:nvPr/>
        </p:nvSpPr>
        <p:spPr>
          <a:xfrm>
            <a:off x="1946111" y="3367685"/>
            <a:ext cx="3115093" cy="588723"/>
          </a:xfrm>
          <a:prstGeom prst="rect">
            <a:avLst/>
          </a:prstGeom>
          <a:solidFill>
            <a:srgbClr val="DBB385">
              <a:alpha val="66667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Full Load</a:t>
            </a:r>
          </a:p>
          <a:p>
            <a:pPr algn="ctr"/>
            <a:r>
              <a:rPr lang="en-GB" sz="1400" b="1" dirty="0"/>
              <a:t>(Truncate &amp; insert)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26E1D7-3419-FAA5-5D9D-E40BC4840DA9}"/>
              </a:ext>
            </a:extLst>
          </p:cNvPr>
          <p:cNvSpPr/>
          <p:nvPr/>
        </p:nvSpPr>
        <p:spPr>
          <a:xfrm>
            <a:off x="1961351" y="4109873"/>
            <a:ext cx="3115093" cy="1171120"/>
          </a:xfrm>
          <a:prstGeom prst="rect">
            <a:avLst/>
          </a:prstGeom>
          <a:solidFill>
            <a:srgbClr val="DBB385">
              <a:alpha val="66667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None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B2E539-EC9D-B7D2-6644-3C8E4508DBF9}"/>
              </a:ext>
            </a:extLst>
          </p:cNvPr>
          <p:cNvSpPr/>
          <p:nvPr/>
        </p:nvSpPr>
        <p:spPr>
          <a:xfrm>
            <a:off x="1962875" y="5386984"/>
            <a:ext cx="3115093" cy="648000"/>
          </a:xfrm>
          <a:prstGeom prst="rect">
            <a:avLst/>
          </a:prstGeom>
          <a:solidFill>
            <a:srgbClr val="DBB385">
              <a:alpha val="66667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None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0CC4B5-A641-5E36-7D07-4EC5A0077516}"/>
              </a:ext>
            </a:extLst>
          </p:cNvPr>
          <p:cNvSpPr/>
          <p:nvPr/>
        </p:nvSpPr>
        <p:spPr>
          <a:xfrm>
            <a:off x="1964399" y="6115457"/>
            <a:ext cx="3115093" cy="588723"/>
          </a:xfrm>
          <a:prstGeom prst="rect">
            <a:avLst/>
          </a:prstGeom>
          <a:solidFill>
            <a:srgbClr val="DBB385">
              <a:alpha val="66667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Engineers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3C9F51-AE90-9C60-C1F3-F95459E7471D}"/>
              </a:ext>
            </a:extLst>
          </p:cNvPr>
          <p:cNvSpPr/>
          <p:nvPr/>
        </p:nvSpPr>
        <p:spPr>
          <a:xfrm>
            <a:off x="5417783" y="1298093"/>
            <a:ext cx="3115093" cy="588723"/>
          </a:xfrm>
          <a:prstGeom prst="rect">
            <a:avLst/>
          </a:prstGeom>
          <a:solidFill>
            <a:srgbClr val="A1B6C2">
              <a:alpha val="9882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Clean &amp; standardised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FD64B1-5F16-1FEE-1CA5-E4695602534C}"/>
              </a:ext>
            </a:extLst>
          </p:cNvPr>
          <p:cNvSpPr/>
          <p:nvPr/>
        </p:nvSpPr>
        <p:spPr>
          <a:xfrm>
            <a:off x="5414735" y="1980845"/>
            <a:ext cx="3115093" cy="588723"/>
          </a:xfrm>
          <a:prstGeom prst="rect">
            <a:avLst/>
          </a:prstGeom>
          <a:solidFill>
            <a:srgbClr val="A1B6C2">
              <a:alpha val="9882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(Intermediate Layer)</a:t>
            </a:r>
          </a:p>
          <a:p>
            <a:pPr algn="ctr"/>
            <a:r>
              <a:rPr lang="en-GB" sz="1400" b="1" dirty="0"/>
              <a:t>Prepare Data for Analysis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84D07-407C-CD95-0046-ADED579AB281}"/>
              </a:ext>
            </a:extLst>
          </p:cNvPr>
          <p:cNvSpPr/>
          <p:nvPr/>
        </p:nvSpPr>
        <p:spPr>
          <a:xfrm>
            <a:off x="5429975" y="2681885"/>
            <a:ext cx="3115093" cy="588723"/>
          </a:xfrm>
          <a:prstGeom prst="rect">
            <a:avLst/>
          </a:prstGeom>
          <a:solidFill>
            <a:srgbClr val="A1B6C2">
              <a:alpha val="9882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Tables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3DF5D2-2F68-4F79-B501-5FA04C455FFB}"/>
              </a:ext>
            </a:extLst>
          </p:cNvPr>
          <p:cNvSpPr/>
          <p:nvPr/>
        </p:nvSpPr>
        <p:spPr>
          <a:xfrm>
            <a:off x="5431499" y="3382925"/>
            <a:ext cx="3115093" cy="588723"/>
          </a:xfrm>
          <a:prstGeom prst="rect">
            <a:avLst/>
          </a:prstGeom>
          <a:solidFill>
            <a:srgbClr val="A1B6C2">
              <a:alpha val="9882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Full Load</a:t>
            </a:r>
          </a:p>
          <a:p>
            <a:pPr algn="ctr"/>
            <a:r>
              <a:rPr lang="en-GB" sz="1400" b="1" dirty="0"/>
              <a:t>(Truncate &amp; insert)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36ED86-6A91-1127-8BA4-C0E98D44B685}"/>
              </a:ext>
            </a:extLst>
          </p:cNvPr>
          <p:cNvSpPr/>
          <p:nvPr/>
        </p:nvSpPr>
        <p:spPr>
          <a:xfrm>
            <a:off x="5446739" y="4125113"/>
            <a:ext cx="3115093" cy="1171120"/>
          </a:xfrm>
          <a:prstGeom prst="rect">
            <a:avLst/>
          </a:prstGeom>
          <a:solidFill>
            <a:srgbClr val="A1B6C2">
              <a:alpha val="9882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Standardisation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Normalisation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Derived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Enrichment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54591C-243F-D1FC-8057-FDC6D90A33F7}"/>
              </a:ext>
            </a:extLst>
          </p:cNvPr>
          <p:cNvSpPr/>
          <p:nvPr/>
        </p:nvSpPr>
        <p:spPr>
          <a:xfrm>
            <a:off x="5448263" y="5402224"/>
            <a:ext cx="3115093" cy="648000"/>
          </a:xfrm>
          <a:prstGeom prst="rect">
            <a:avLst/>
          </a:prstGeom>
          <a:solidFill>
            <a:srgbClr val="A1B6C2">
              <a:alpha val="9882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None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CF1F86-B682-5602-F61F-1624C3F86F07}"/>
              </a:ext>
            </a:extLst>
          </p:cNvPr>
          <p:cNvSpPr/>
          <p:nvPr/>
        </p:nvSpPr>
        <p:spPr>
          <a:xfrm>
            <a:off x="5449787" y="6130697"/>
            <a:ext cx="3115093" cy="588723"/>
          </a:xfrm>
          <a:prstGeom prst="rect">
            <a:avLst/>
          </a:prstGeom>
          <a:solidFill>
            <a:srgbClr val="A1B6C2">
              <a:alpha val="9882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Engineers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F69260-D1AF-364B-962F-CC7A8BC9EAD1}"/>
              </a:ext>
            </a:extLst>
          </p:cNvPr>
          <p:cNvSpPr/>
          <p:nvPr/>
        </p:nvSpPr>
        <p:spPr>
          <a:xfrm>
            <a:off x="8848307" y="1299617"/>
            <a:ext cx="3115093" cy="588723"/>
          </a:xfrm>
          <a:prstGeom prst="rect">
            <a:avLst/>
          </a:prstGeom>
          <a:solidFill>
            <a:srgbClr val="E0DBA0">
              <a:alpha val="7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Business-Ready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32D0F3-6263-B79A-8192-7AE9D184DE12}"/>
              </a:ext>
            </a:extLst>
          </p:cNvPr>
          <p:cNvSpPr/>
          <p:nvPr/>
        </p:nvSpPr>
        <p:spPr>
          <a:xfrm>
            <a:off x="8845259" y="1982369"/>
            <a:ext cx="3115093" cy="588723"/>
          </a:xfrm>
          <a:prstGeom prst="rect">
            <a:avLst/>
          </a:prstGeom>
          <a:solidFill>
            <a:srgbClr val="E0DBA0">
              <a:alpha val="7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Provide data for reporting </a:t>
            </a:r>
            <a:r>
              <a:rPr lang="en-GB" sz="1400" b="1"/>
              <a:t>and analytics</a:t>
            </a:r>
            <a:endParaRPr lang="en-GB" sz="14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2602EA-0636-2F11-FBB5-939D6BD8B725}"/>
              </a:ext>
            </a:extLst>
          </p:cNvPr>
          <p:cNvSpPr/>
          <p:nvPr/>
        </p:nvSpPr>
        <p:spPr>
          <a:xfrm>
            <a:off x="8860499" y="2683409"/>
            <a:ext cx="3115093" cy="588723"/>
          </a:xfrm>
          <a:prstGeom prst="rect">
            <a:avLst/>
          </a:prstGeom>
          <a:solidFill>
            <a:srgbClr val="E0DBA0">
              <a:alpha val="7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Views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EF7AC9-2B2C-3990-D14C-EF46962BC4F9}"/>
              </a:ext>
            </a:extLst>
          </p:cNvPr>
          <p:cNvSpPr/>
          <p:nvPr/>
        </p:nvSpPr>
        <p:spPr>
          <a:xfrm>
            <a:off x="8862023" y="3384449"/>
            <a:ext cx="3115093" cy="588723"/>
          </a:xfrm>
          <a:prstGeom prst="rect">
            <a:avLst/>
          </a:prstGeom>
          <a:solidFill>
            <a:srgbClr val="E0DBA0">
              <a:alpha val="7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None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1F4D30-AD38-1DFA-22D5-70342FC990E7}"/>
              </a:ext>
            </a:extLst>
          </p:cNvPr>
          <p:cNvSpPr/>
          <p:nvPr/>
        </p:nvSpPr>
        <p:spPr>
          <a:xfrm>
            <a:off x="8877263" y="4126637"/>
            <a:ext cx="3115093" cy="1171120"/>
          </a:xfrm>
          <a:prstGeom prst="rect">
            <a:avLst/>
          </a:prstGeom>
          <a:solidFill>
            <a:srgbClr val="E0DBA0">
              <a:alpha val="7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Business Logic &amp; Rules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D57192-73F1-0D7F-03AB-63EB063895B8}"/>
              </a:ext>
            </a:extLst>
          </p:cNvPr>
          <p:cNvSpPr/>
          <p:nvPr/>
        </p:nvSpPr>
        <p:spPr>
          <a:xfrm>
            <a:off x="8878787" y="5403748"/>
            <a:ext cx="3115093" cy="648000"/>
          </a:xfrm>
          <a:prstGeom prst="rect">
            <a:avLst/>
          </a:prstGeom>
          <a:solidFill>
            <a:srgbClr val="E0DBA0">
              <a:alpha val="7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Star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Flat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Aggregated Objects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E02010-8BD1-4A5D-E73F-582B04787DD9}"/>
              </a:ext>
            </a:extLst>
          </p:cNvPr>
          <p:cNvSpPr/>
          <p:nvPr/>
        </p:nvSpPr>
        <p:spPr>
          <a:xfrm>
            <a:off x="8880311" y="6132221"/>
            <a:ext cx="3115093" cy="588723"/>
          </a:xfrm>
          <a:prstGeom prst="rect">
            <a:avLst/>
          </a:prstGeom>
          <a:solidFill>
            <a:srgbClr val="E0DBA0">
              <a:alpha val="7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Data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Business Users</a:t>
            </a:r>
          </a:p>
        </p:txBody>
      </p:sp>
    </p:spTree>
    <p:extLst>
      <p:ext uri="{BB962C8B-B14F-4D97-AF65-F5344CB8AC3E}">
        <p14:creationId xmlns:p14="http://schemas.microsoft.com/office/powerpoint/2010/main" val="1216435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96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Robins</dc:creator>
  <cp:lastModifiedBy>Neil Robins</cp:lastModifiedBy>
  <cp:revision>1</cp:revision>
  <dcterms:created xsi:type="dcterms:W3CDTF">2026-03-19T07:39:00Z</dcterms:created>
  <dcterms:modified xsi:type="dcterms:W3CDTF">2026-03-19T08:31:27Z</dcterms:modified>
</cp:coreProperties>
</file>